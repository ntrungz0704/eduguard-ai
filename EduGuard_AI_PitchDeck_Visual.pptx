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DARK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23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EduGuard AI - SmartGen AI 2026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B5CF6"/>
                </a:solidFill>
              </a:rPr>
              <a:t>Trí tuệ Nhân tạo trong Giáo dục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solidFill>
            <a:srgbClr val="1A233A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920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920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C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50800" dir="16200000">
              <a:srgbClr val="3B82F6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60A5FA"/>
                </a:solidFill>
              </a:rPr>
              <a:t>EduGuard AI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0" y="29260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78BFA"/>
                </a:solidFill>
              </a:rPr>
              <a:t>Hệ thống Cảnh báo Sớm &amp; Can thiệp Học vụ Tự động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920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0A5FA"/>
                </a:solidFill>
              </a:rPr>
              <a:t>Nỗi đau của Giáo dục hiện đại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E5E7EB"/>
                </a:solidFill>
              </a:rPr>
              <a:t>Hơn 30% sinh viên rớt môn mỗi kỳ không phải vì yếu kém.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7171"/>
                </a:solidFill>
              </a:rPr>
              <a:t>Nguyên nhân: Họ không biết mình sắp rớt cho đến khi quá muộn!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5E7EB"/>
                </a:solidFill>
              </a:rPr>
              <a:t>1 Cố vấn học vụ / 500 Sinh viên -&gt; Quá tải, can thiệp chậm trễ.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200" b="1" dirty="0">
                <a:solidFill>
                  <a:srgbClr val="34D399"/>
                </a:solidFill>
              </a:rPr>
              <a:t>EduGuard cung cấp Cố vấn học vụ AI 24/7 cho từng cá nhân.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920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0A5FA"/>
                </a:solidFill>
              </a:rPr>
              <a:t>Tổng quan Hệ thống (Admin Dashboard)</a:t>
            </a:r>
            <a:endParaRPr lang="en-US" sz="2800" dirty="0"/>
          </a:p>
        </p:txBody>
      </p:sp>
      <p:pic>
        <p:nvPicPr>
          <p:cNvPr id="3" name="Image 0" descr="C:\Users\ntrun\.gemini\antigravity\brain\6a3cebd4-811a-483c-ab46-00a78e9c6dc1\media__177936272218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8229600" cy="36576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920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0A5FA"/>
                </a:solidFill>
              </a:rPr>
              <a:t>Tính năng 1: Cảnh báo Đỏ (Red Alerts)</a:t>
            </a:r>
            <a:endParaRPr lang="en-US" sz="2800" dirty="0"/>
          </a:p>
        </p:txBody>
      </p:sp>
      <p:pic>
        <p:nvPicPr>
          <p:cNvPr id="3" name="Image 0" descr="C:\Users\ntrun\.gemini\antigravity\brain\6a3cebd4-811a-483c-ab46-00a78e9c6dc1\media__17793665182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371600"/>
            <a:ext cx="4572000" cy="2926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463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</a:rPr>
              <a:t>Dự đoán chính xác sinh viên rớt môn ngay từ Tuần 3.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</a:rPr>
              <a:t>Hoạt động ngay cả khi CHƯA thi giữa kỳ.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4206240"/>
            <a:ext cx="8229600" cy="548640"/>
          </a:xfrm>
          <a:prstGeom prst="roundRect">
            <a:avLst/>
          </a:prstGeom>
          <a:solidFill>
            <a:srgbClr val="312E81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42062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CD34D"/>
                </a:solidFill>
              </a:rPr>
              <a:t>💡 Bí mật (Q&amp;A): Chưa thi thì lấy data đâu mà dự đoán? -&gt; Dự đoán bằng các môn Tiên quyết trong quá khứ!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920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0A5FA"/>
                </a:solidFill>
              </a:rPr>
              <a:t>Tính năng 2: Quản lý Can thiệp Học vụ</a:t>
            </a:r>
            <a:endParaRPr lang="en-US" sz="2800" dirty="0"/>
          </a:p>
        </p:txBody>
      </p:sp>
      <p:pic>
        <p:nvPicPr>
          <p:cNvPr id="3" name="Image 0" descr="C:\Users\ntrun\.gemini\antigravity\brain\6a3cebd4-811a-483c-ab46-00a78e9c6dc1\media__17793665220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371600"/>
            <a:ext cx="4572000" cy="2926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463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</a:rPr>
              <a:t>Quy trình khép kín: Có nguy cơ -&gt; Đang can thiệp -&gt; Vượt khó.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</a:rPr>
              <a:t>1 Click chuột tạo ra 100 Lộ trình khắc phục hoàn toàn khác biệt.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4206240"/>
            <a:ext cx="8229600" cy="548640"/>
          </a:xfrm>
          <a:prstGeom prst="roundRect">
            <a:avLst/>
          </a:prstGeom>
          <a:solidFill>
            <a:srgbClr val="312E81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42062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CD34D"/>
                </a:solidFill>
              </a:rPr>
              <a:t>💡 Bí mật (Q&amp;A): 1 Click gửi 100 thư không bị spam giống nhau? -&gt; LLM tự sinh nội dung dựa trên điểm yếu riêng!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920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0A5FA"/>
                </a:solidFill>
              </a:rPr>
              <a:t>Tính năng 3: What-if &amp; Cỗ máy Thời gian</a:t>
            </a:r>
            <a:endParaRPr lang="en-US" sz="2800" dirty="0"/>
          </a:p>
        </p:txBody>
      </p:sp>
      <p:pic>
        <p:nvPicPr>
          <p:cNvPr id="3" name="Image 0" descr="C:\Users\ntrun\.gemini\antigravity\brain\6a3cebd4-811a-483c-ab46-00a78e9c6dc1\media__17793665798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8229600" cy="36576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4206240"/>
            <a:ext cx="8229600" cy="548640"/>
          </a:xfrm>
          <a:prstGeom prst="roundRect">
            <a:avLst/>
          </a:prstGeom>
          <a:solidFill>
            <a:srgbClr val="312E81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42062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CD34D"/>
                </a:solidFill>
              </a:rPr>
              <a:t>💡 Sinh viên tự kéo thanh trượt giả lập điểm sắp tới, AI lập tức dự báo GPA tương lai.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920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0A5FA"/>
                </a:solidFill>
              </a:rPr>
              <a:t>Trợ lý AI Đồng hành 24/7 (Chatbot)</a:t>
            </a:r>
            <a:endParaRPr lang="en-US" sz="2800" dirty="0"/>
          </a:p>
        </p:txBody>
      </p:sp>
      <p:pic>
        <p:nvPicPr>
          <p:cNvPr id="3" name="Image 0" descr="C:\Users\ntrun\.gemini\antigravity\brain\6a3cebd4-811a-483c-ab46-00a78e9c6dc1\media__17793665833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8229600" cy="36576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4206240"/>
            <a:ext cx="8229600" cy="548640"/>
          </a:xfrm>
          <a:prstGeom prst="roundRect">
            <a:avLst/>
          </a:prstGeom>
          <a:solidFill>
            <a:srgbClr val="312E81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42062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CD34D"/>
                </a:solidFill>
              </a:rPr>
              <a:t>💡 Chatbot đóng vai Cố vấn học vụ, tư vấn phương pháp học tập tức thì.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920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0A5FA"/>
                </a:solidFill>
              </a:rPr>
              <a:t>Kiến trúc Lõi (AI Engine)</a:t>
            </a:r>
            <a:endParaRPr lang="en-US" sz="2800" dirty="0"/>
          </a:p>
        </p:txBody>
      </p:sp>
      <p:pic>
        <p:nvPicPr>
          <p:cNvPr id="3" name="Image 0" descr="C:\Users\ntrun\.gemini\antigravity\brain\6a3cebd4-811a-483c-ab46-00a78e9c6dc1\media__17793665251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371600"/>
            <a:ext cx="4572000" cy="2926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463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</a:rPr>
              <a:t>Sử dụng Thuật toán Machine Learning dựa trên hệ số Pearson.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</a:rPr>
              <a:t>Phát hiện Môn học rào cản (Prerequisites).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920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0A5FA"/>
                </a:solidFill>
              </a:rPr>
              <a:t>Đánh giá Thuật toán: Độ chính xác &gt; 92%</a:t>
            </a:r>
            <a:endParaRPr lang="en-US" sz="2800" dirty="0"/>
          </a:p>
        </p:txBody>
      </p:sp>
      <p:pic>
        <p:nvPicPr>
          <p:cNvPr id="3" name="Image 0" descr="C:\Users\ntrun\.gemini\antigravity\brain\6a3cebd4-811a-483c-ab46-00a78e9c6dc1\media__177936667848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8229600" cy="36576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920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0A5FA"/>
                </a:solidFill>
              </a:rPr>
              <a:t>Chi tiết Phân bổ Sai số</a:t>
            </a:r>
            <a:endParaRPr lang="en-US" sz="2800" dirty="0"/>
          </a:p>
        </p:txBody>
      </p:sp>
      <p:pic>
        <p:nvPicPr>
          <p:cNvPr id="3" name="Image 0" descr="C:\Users\ntrun\.gemini\antigravity\brain\6a3cebd4-811a-483c-ab46-00a78e9c6dc1\media__177936669229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8229600" cy="36576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920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0A5FA"/>
                </a:solidFill>
              </a:rPr>
              <a:t>Số liệu Kiểm chứng Thực tế</a:t>
            </a:r>
            <a:endParaRPr lang="en-US" sz="2800" dirty="0"/>
          </a:p>
        </p:txBody>
      </p:sp>
      <p:pic>
        <p:nvPicPr>
          <p:cNvPr id="3" name="Image 0" descr="C:\Users\ntrun\.gemini\antigravity\brain\6a3cebd4-811a-483c-ab46-00a78e9c6dc1\media__17793666994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8229600" cy="36576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4206240"/>
            <a:ext cx="8229600" cy="548640"/>
          </a:xfrm>
          <a:prstGeom prst="roundRect">
            <a:avLst/>
          </a:prstGeom>
          <a:solidFill>
            <a:srgbClr val="312E81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42062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CD34D"/>
                </a:solidFill>
              </a:rPr>
              <a:t>💡 Kiểm tra chéo trên 649 sinh viên với 3,272 lượt test.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920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0A5FA"/>
                </a:solidFill>
              </a:rPr>
              <a:t>Giá trị Cốt lõi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4D399"/>
                </a:solidFill>
              </a:rPr>
              <a:t>NHANH - TRÍ TUỆ - CÁ NHÂN HÓA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5E7EB"/>
                </a:solidFill>
              </a:rPr>
              <a:t>EduGuard AI tự động lấp lỗ hổng kiến thức, giảm 40% tỉ lệ nợ môn.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920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CD34D"/>
                </a:solidFill>
              </a:rPr>
              <a:t>Q &amp; A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Chân thành cảm ơn Ban Giám khảo SmartGen 2026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920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SmartGen AI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EduGuard AI Pitch Deck</dc:title>
  <dc:subject>PptxGenJS Presentation</dc:subject>
  <dc:creator>EduGuard AI Team</dc:creator>
  <cp:lastModifiedBy>EduGuard AI Team</cp:lastModifiedBy>
  <cp:revision>1</cp:revision>
  <dcterms:created xsi:type="dcterms:W3CDTF">2026-05-21T12:32:35Z</dcterms:created>
  <dcterms:modified xsi:type="dcterms:W3CDTF">2026-05-21T12:32:35Z</dcterms:modified>
</cp:coreProperties>
</file>