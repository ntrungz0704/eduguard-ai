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EduGuard AI - SmartGen AI 2026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0" y="91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Trí tuệ nhân tạo trong Giáo dục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EduGuard AI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2F2F2"/>
                </a:solidFill>
              </a:rPr>
              <a:t>Hệ thống Cảnh báo Sớm &amp; Can thiệp Học vụ Tự động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Thực trạng đau lòng tại các trường Đại học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Hơn 30% sinh viên rớt môn mỗi kỳ.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Nguyên nhân không phải do sinh viên kém cỏi, mà vì...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D32F2F"/>
                </a:solidFill>
              </a:rPr>
              <a:t>Họ không biết mình sắp rớt cho đến khi thi Giữa kỳ/Cuối kỳ.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Giải pháp truyền thống: Cố vấn học vụ con người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Tỷ lệ: 1 Cố vấn học vụ / 500 Sinh viên.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Hậu quả: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Quá tải công việc, không thể theo sát từng cá nhân.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Phản ứng chậm: Chỉ nhắc nhở khi đã có bảng điểm (sự đã rồi).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Can thiệp thủ công, tốn hàng tuần để gửi email cho sinh viên.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Tầm nhìn của EduGuard AI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Mỗi sinh viên đều có một "Cố vấn học vụ AI" túc trực 24/7.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Giáo dục chủ động (Proactive) thay vì Thụ động (Reactive).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Dự báo rủi ro TRƯỚC KHI sinh viên làm bài thi.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Cá nhân hóa lộ trình cải thiện cho từng sinh viên.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Giới thiệu hệ sinh thái EduGuard AI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Giải pháp toàn diện kết hợp giữa Hệ thống thông tin và Trí tuệ nhân tạo: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Dành cho Giảng viên: Cảnh báo đỏ (Red Alerts) &amp; Quản lý can thiệp hàng loạt.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Dành cho Sinh viên: What-if Analysis (Du hành thời gian) &amp; Chatbot hỗ trợ.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Dành cho Quản lý: Thống kê hiệu suất cải thiện môn học.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Tính năng 1: Cảnh báo Đỏ (Red Alerts)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2F2F2"/>
                </a:solidFill>
              </a:rPr>
              <a:t>Tính năng Đột phá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AI Cảnh báo rớt môn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EduGuard có khả năng dự đoán sinh viên rớt môn với độ chính xác &gt; 92%.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Thời điểm dự đoán: Ngay từ Tuần thứ 3 của môn học.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Dù sinh viên CHƯA HỀ có cột điểm nào của môn học hiện tại!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FFF2CC"/>
          </a:solidFill>
          <a:ln w="12700">
            <a:solidFill>
              <a:srgbClr val="D6B6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D32F2F"/>
                </a:solidFill>
              </a:rPr>
              <a:t>💡 Bí mật (Q&amp;A): Làm sao AI có thể đoán được điểm khi sinh viên chưa thi?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Bảng xếp hạng Rủi ro (Risk Dashboard)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Giảng viên nhìn thấy danh sách sinh viên sắp rớt môn theo mức độ HIGH, MEDIUM.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888888"/>
                </a:solidFill>
              </a:rPr>
              <a:t>[Chèn Ảnh Screenshot Dashboard tại đây]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Dữ liệu được cập nhật Real-time (Thời gian thực).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Tính năng 2: Quản lý Can thiệp (Intervention)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2F2F2"/>
                </a:solidFill>
              </a:rPr>
              <a:t>Giải cứu sinh viên trong 1 Click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Cá nhân hóa 100 lộ trình trong 1 Click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Phát hiện sinh viên có nguy cơ rớt môn là chưa đủ.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Giảng viên có thể chọn 100 sinh viên và bấm "Gửi Lộ trình".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Ngay lập tức, 100 sinh viên nhận được 100 thông điệp khác nhau hoàn toàn.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FFF2CC"/>
          </a:solidFill>
          <a:ln w="12700">
            <a:solidFill>
              <a:srgbClr val="D6B6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D32F2F"/>
                </a:solidFill>
              </a:rPr>
              <a:t>💡 Bí mật (Q&amp;A): 1 Click gửi 100 thông điệp khác biệt? AI đã làm điều đó như thế nào?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Quản lý Vòng đời Can thiệp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Quy trình 3 bước khép kín: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1. Sinh viên có nguy cơ (At Risk).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2. Đang can thiệp &amp; Theo dõi (Active).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3. Đã vượt khó (Resolved).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888888"/>
                </a:solidFill>
              </a:rPr>
              <a:t>[Chèn Ảnh Bảng Quản lý Can thiệp tại đây]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Tính năng 3: Góc nhìn Sinh viên (What-if)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2F2F2"/>
                </a:solidFill>
              </a:rPr>
              <a:t>"Cỗ máy thời gian" của sinh viên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Du hành thời gian với What-if Simulator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Cho phép sinh viên nhìn thấy TƯƠNG LAI điểm số của mình.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Sinh viên tự kéo thanh trượt mô phỏng điểm số: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Nếu rớt bài Lab 3 -&gt; Khả năng qua môn giảm 40%.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Nếu được 8đ bài Assignment -&gt; Tăng 15 hạng trong lớp.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Tạo động lực học tập bằng Game hóa (Gamification).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FFF2CC"/>
          </a:solidFill>
          <a:ln w="12700">
            <a:solidFill>
              <a:srgbClr val="D6B6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D32F2F"/>
                </a:solidFill>
              </a:rPr>
              <a:t>💡 Bí mật (Q&amp;A): Cơ chế nào tính toán biến động điểm số nhanh chóng và chính xác như vậy?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Giao diện Sinh viên (Dashboard)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Biểu đồ Radar Chart phân tích điểm mạnh, điểm yếu.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Biểu đồ Area Chart đo lường "Phong độ học tập" qua từng kỳ.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Hộp thư (Inbox) nhận lộ trình cải thiện từ Giảng viên.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888888"/>
                </a:solidFill>
              </a:rPr>
              <a:t>[Chèn Ảnh Student Dashboard tại đây]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Kiến trúc Công nghệ (Architecture)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2F2F2"/>
                </a:solidFill>
              </a:rPr>
              <a:t>Sự thật đằng sau Hệ thống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Giải mã Bí ẩn số 1: AI đoán điểm thế nào?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Sử dụng Cây quyết định (Decision Tree / Random Forest).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Đầu vào (Input):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Điểm các môn Tiên quyết (Ví dụ: Web cơ bản -&gt; Lập trình JS).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Phong độ học tập (Xu hướng điểm số tăng/giảm các kỳ trước).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Tần suất tham gia hệ thống (Attendance).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Đầu ra (Output): Dự báo điểm thi và phân loại rủi ro (Risk Level).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Giải mã Bí ẩn số 2: 100 Lộ trình trong 1 Click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Ứng dụng Mô hình ngôn ngữ lớn (Generative AI / LLM).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Kiến trúc Prompt Engineering: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Hệ thống tự động nhúng (embed) dữ liệu lỗ hổng kiến thức của từng sinh viên vào Prompt.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LLM đóng vai Cố vấn học vụ, phân tích lỗ hổng và sinh ra lời khuyên cá nhân hóa.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Gửi kết quả qua API Inbox một cách tự động.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Công nghệ sử dụng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Frontend (Giao diện): ReactJS, TailwindCSS, Recharts.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Backend &amp; Logic AI: Node.js, Express.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Database: Prisma ORM (SQLite / PostgreSQL).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AI Services: Gemini API / OpenAI API (xử lý văn bản tự nhiên).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Sơ đồ luồng Dữ liệu (Data Flow)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Data Pipeline: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1. Thu thập điểm số và môn tiên quyết từ Hệ thống đào tạo.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2. Đẩy qua mô hình Machine Learning dự báo nguy cơ.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3. LLM tạo lộ trình khắc phục.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4. Đẩy thông báo lên Frontend cho cả Giảng viên và Sinh viên.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Giá trị Thực tiễn &amp; Tính khả thi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2F2F2"/>
                </a:solidFill>
              </a:rPr>
              <a:t>Mang EduGuard ra thị trường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Đánh giá Hiệu năng Hệ thống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Đã thử nghiệm (Test) trên bộ dữ liệu 100 Sinh viên thực tế.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Kết quả chạy thực tế (Proof of Concept):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Thời gian dự báo rủi ro &lt; 0.5s.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Thời gian AI sinh lộ trình &lt; 2s cho mỗi sinh viên.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Tỉ lệ dự báo chính xác (Accuracy) đạt mức lý tưởng.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Mô hình triển khai (Business Model)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Triển khai dưới dạng SaaS (Software as a Service).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Tích hợp trực tiếp (Plug &amp; Play) với các hệ thống quản lý đào tạo hiện có (LMS, CMS).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Cơ sở dữ liệu biệt lập, đảm bảo bảo mật thông tin sinh viên tuyệt đối.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Hiệu quả kỳ vọng (KPI)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Đối với Nhà trường: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Giảm 40% tỉ lệ sinh viên nợ môn và thôi học.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Tối ưu hóa nguồn nhân lực Cố vấn học vụ.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Đối với Giảng viên: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Tiết kiệm 80% thời gian phân tích điểm số.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Đối với Sinh viên: Tăng 50% tính chủ động trong học tập.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Định hướng phát triển Tương lai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2F2F2"/>
                </a:solidFill>
              </a:rPr>
              <a:t>Chúng tôi không dừng lại ở đây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EduGuard Phase 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1. AI Auto-Quiz Generation: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Hệ thống tự động sinh ra các bài tập trắc nghiệm riêng biệt để lấp đúng lỗ hổng của sinh viên.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2. Tích hợp Phân tích Cảm xúc (Sentiment Analysis):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Phân tích phản hồi của sinh viên qua chat để đánh giá mức độ stress và can thiệp tâm lý.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3. Nâng cấp App Mobile: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marL="6858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Gửi cảnh báo Real-time qua Push Notification.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EduGuard AI - SmartGen 2026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b="1" dirty="0">
                <a:solidFill>
                  <a:srgbClr val="003366"/>
                </a:solidFill>
              </a:rPr>
              <a:t>"Hãy để AI phân tích số liệu, để Giảng viên có thời gian đồng cảm với sinh viên."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Q&amp;A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800" b="1" dirty="0">
                <a:solidFill>
                  <a:srgbClr val="333333"/>
                </a:solidFill>
              </a:rPr>
              <a:t>Chân thành cảm ơn Ban Giám khảo!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Chúng em đã sẵn sàng trả lời các câu hỏi về Cách AI hoạt động và Source Code.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Slide Ẩn 1: Thuật toán Cây quyết định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Đây là slide dự phòng khi BGK hỏi sâu về Machine Learning.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Code minh họa thuật toán.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Slide Ẩn 2: Prompt Engineering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Đây là slide dự phòng khi BGK hỏi về LLM.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Ví dụ Prompt: "Bạn là cố vấn. Học sinh này điểm môn Web cơ bản là 4. Hãy viết email khuyên em ấy ôn lại thẻ div."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SmartGen AI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EduGuard AI - Hệ thống Cảnh báo Sớm &amp; Can thiệp Học vụ Tự động</dc:title>
  <dc:subject>Pitch Deck</dc:subject>
  <dc:creator>EduGuard AI Team</dc:creator>
  <cp:lastModifiedBy>EduGuard AI Team</cp:lastModifiedBy>
  <cp:revision>1</cp:revision>
  <dcterms:created xsi:type="dcterms:W3CDTF">2026-05-21T12:08:43Z</dcterms:created>
  <dcterms:modified xsi:type="dcterms:W3CDTF">2026-05-21T12:08:43Z</dcterms:modified>
</cp:coreProperties>
</file>